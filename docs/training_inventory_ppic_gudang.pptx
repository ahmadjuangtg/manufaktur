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 INVENTORY &amp; WAREHOUSE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24688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TRAINING OPERASIONAL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371600" y="3840480"/>
            <a:ext cx="32004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4114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Pelatihan Kerja Kolaboratif Tim PPIC &amp; Staff Gudang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Aori Sumber Rezeki Manufaktur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5669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SYSTEM V1.0 •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AORI MANUFAKTUR ERP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Matriks Peran: PPIC vs Staff Gudang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/>
              <a:tblGrid>
                <a:gridCol w="1828800"/>
                <a:gridCol w="4434840"/>
                <a:gridCol w="443484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Fitur / Menu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Peran PPIC (Planning &amp; Control)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Peran Gudang (Execution &amp; Audit)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Terminal Inventory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Memantau pergerakan transaksi manual &amp; rekapitulasi.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transaksi fisik penyesuaian (Stock In/Out) rusak, retur, sample.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Mutasi Gudang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Mengajukan permintaan bahan baku (Link ke Work Order).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 pengirim mengepak &amp; klik KIRIM. Staf penerima menghitung &amp; klik TERIMA.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Approval Center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Supervisor/PPIC menyetujui mutasi &amp; memberikan alasan reject wajib.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Menunggu otorisasi PPIC sebelum memproses perpindahan fisik.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 Opname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Menganalisis hasil selisih audit &amp; otorisasi update sistem.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Melakukan stock count fisik lapangan &amp; input ke sistem.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Kartu Stok (Card)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Melacak riwayat saldo (running balance) &amp; audit ketidaksesuaian.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Mencocokkan fisik kartu rak gantung dengan sistem ERP.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AORI MANUFAKTUR ERP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Saldo Stok: 4 Levels of Stock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246888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CURRENT STOCK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Stok Fisik Aktual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kuantitas barang yang secara fisik saat ini berada di dalam gudang penyimpanan.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Digunakan oleh staf gudang untuk acuan kapasitas penataan rak.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46888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828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LOCK STOCK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2194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Stok Terpesan WO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256032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Stok yang sudah dialokasikan untuk Work Order yang berjalan atau mutasi aktif, tetapi barang fisik belum keluar.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Mencegah penggunaan material ganda.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246888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828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AVAILABLE STOCK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194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Stok Siap Produksi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256032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Kuantitas riil material bebas yang siap dipakai untuk pembuatan Work Order baru.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Rumus: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= Current - Lock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1120" y="1645920"/>
            <a:ext cx="246888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1828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SHADOW STOCK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0" y="2194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Stok Bayangan/Virtual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0" y="256032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Indikator stok virtual untuk simulasi penyesuaian kebutuhan di masa depan tanpa mengubah pencatatan stok fisik aktif.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5120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RUMUS KUNCI OPERASIONAL PPIC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7280" y="5394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STOCK = CURRENT STOCK - LOCK STOCK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0" y="51663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Selalu gunakan nilai AVAILABLE STOCK sebagai acuan pembuatan rencana produksi (Work Order) baru agar tidak terjadi bentrok material.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AORI MANUFAKTUR ERP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Mutasi Antar Gudang: Pengajuan &amp; Otorisasi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1: PENGAJUAN OLEH PPIC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2176272"/>
            <a:ext cx="91440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28600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Buka menu Transactions &gt; Mutations &gt; Request.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Klik tombol "Buat Permintaan Baru".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Pilih Work Order Terkait (Opsional) jika mutasi ini ditujukan khusus menunjang pengerjaan WO tertentu.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Tentukan Gudang Asal (Pengirim) &amp; Gudang Tujuan (Penerima).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Pilih Item, ketik Quantity permintaan. Sistem secara otomatis menampilkan Live Stock Asal &amp; Live Stock Tujuan di bagian bawah.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Klik "Kirim Permintaan".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*Catatan Stok*: Jika kuantitas yang diminta melebihi Available Stock Gudang Asal, sistem memblokir submit &amp; mengarahkan PPIC ke menu Request Item (Purchasing).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2: OTORISASI DI AUTHORIZATION CENTER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2176272"/>
            <a:ext cx="91440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28600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Supervisor membuka menu Transactions &gt; Mutations &gt; Approval.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Tinjau kartu antrean permintaan masuk.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Periksa nomor referensi, rute gudang, SKU, dan catatan PPIC.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Keputusan Otorisasi: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Klik "Approve &amp; Authorize": Sistem akan merilis permintaan agar dapat dikemas oleh tim gudang.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Klik "Reject Request": Menolak pengajuan. Supervisor WAJIB mengetik alasan penolakan pada pop-up SweetAlert2.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*Security*: Seluruh otorisasi direkam secara permanen dalam sistem log audit lengkap dengan cap tanggal dan ID User pengambil keputusan.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AORI MANUFAKTUR ERP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Mutasi Antar Gudang: Eksekusi Fisik &amp; ERP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3: PENGIRIMAN (GUDANG ASAL)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2176272"/>
            <a:ext cx="91440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28600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Staf gudang asal memantau halaman Transactions &gt; Mutations.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Cari no. referensi mutasi berstatus APPROVED. Sistem akan memunculkan tombol biru "Kirim Barang".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Siapkan fisik barang sesuai kuantitas dokumen ERP.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Klik tombol "Kirim Barang".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Status mutasi di sistem berubah menjadi SENDING.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*Efek ERP*: Stok gudang asal langsung dikurangi dari saldo Current Stock dan masuk ke status Lock Stock transit.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4: PENERIMAAN (GUDANG TUJUAN)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2176272"/>
            <a:ext cx="91440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28600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Staf gudang penerima memantau kedatangan barang secara fisik.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Hitung fisik barang, pastikan tidak ada kebocoran atau cacat.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Buka menu Transactions &gt; Mutations.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Cari mutasi terkait (berstatus SENDING). Sistem akan mengaktifkan tombol hijau "Terima Barang".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Klik tombol "Terima Barang" untuk konfirmasi penyelesaian.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Status mutasi di sistem berubah menjadi COMPLETED.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*Efek ERP*: Stok gudang penerima bertambah secara real-time. Log aktivitas terekam lengkap (Request -&gt; Approved -&gt; Sent -&gt; Received).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AORI MANUFAKTUR ERP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Transaksi Stok Manual: Stock In &amp; Stock Out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347472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TRANSAKSI MANUAL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2176272"/>
            <a:ext cx="91440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28600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ini digunakan oleh tim Gudang untuk mencatat pergerakan barang yang tidak didasarkan pada transaksi komersial (seperti Purchase Order atau Work Order).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KASUS PENGGUNAAN: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STOCK IN (Hijau):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Sisa bahan pameran / sampel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Penemuan barang tidak terdaftar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Hasil uji coba mesin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STOCK OUT (Merah):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Barang rusak / broken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Kedaluwarsa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Sampel gratis untuk relasi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1645920"/>
            <a:ext cx="685800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8288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INPUT SYSTEM (GUDANG)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2176272"/>
            <a:ext cx="91440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286000"/>
            <a:ext cx="63093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Buka menu Transactions &gt; Inventory.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Klik tombol "Buat Transaksi Baru" untuk membuka modal operasi.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Pilih tipe transaksi: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STOCK IN (Menambah stok gudang)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STOCK OUT (Mengurangi stok gudang)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Pilih lokasi gudang fisik penyimpanan (Warehouse Location).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Masukkan No. Referensi (wajib diisi, contoh: RETUR-MANUAL-01, SCRAP-SAMPLE-02).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Di tabel daftar item: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Pilih SKU Produk. Sistem otomatis memunculkan live stock saat ini (Stok: X).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Masukkan kuantitas (Quantity) &amp; Catatan Tambahan (contoh: "Sampel uji coba Thermoforming").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Klik "Tambah Item" jika ada lebih dari 1 SKU.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Klik tombol "Submit Transaction".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*Koreksi Otomatis*: ERP akan langsung merilis jurnal perpindahan, mengupdate saldo Current Stock, dan merinci sejarah di Kartu Stok.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AORI MANUFAKTUR ERP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Opname: Alur Pencatatan &amp; Selisih Fisik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AUDIT FISIK DI LAPANGAN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2176272"/>
            <a:ext cx="91440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28600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Buka menu Transactions &gt; Stock Opname.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Klik tombol "Mulai Opname Baru".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Pilih Warehouse Location yang akan diaudit. (Pilih gudang pertama kali akan mengunci pilihan untuk menjamin konsistensi).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Pilih Product/SKU. Sistem otomatis memunculkan live stock digital saat ini (Current System Stock).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Klik "Add to List".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Di tabel daftar audit, klik ikon edit (pensil ungu) di samping kanan item.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Ketik kuantitas fisik riil hasil perhitungan di kolom Physical Stock Count.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Tulis alasan selisih pada kolom Audit Notes / Reason (Wajib jika ada selisih).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Klik "Apply Audit Details" -&gt; "Submit Audit Data" (Status pengajuan: PENDING).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MEMBACA INDIKATOR SELISIH SISTEM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2176272"/>
            <a:ext cx="91440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2377440"/>
            <a:ext cx="4572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24688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(HIJAU)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0" y="27432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hitung fisik lapangan sama persis dengan pencatatan digital ERP.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83680" y="3474720"/>
            <a:ext cx="4572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566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SELISIH POSITIF (+X) (INDIGO)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38404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Fisik lapangan lebih banyak dari sistem. Perlu alasan (contoh: 'Kembalian sampel').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83680" y="4572000"/>
            <a:ext cx="4572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4663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SELISIH NEGATIF (-X) (ROSE)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49377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Fisik lapangan kurang dari sistem. Perlu alasan (contoh: 'Rusak robek di rak').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AORI MANUFAKTUR ERP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Opname: Otorisasi Penyesuaian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PERSETUJUAN (APPROVE)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2176272"/>
            <a:ext cx="91440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28600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Supervisor membuka menu Transactions &gt; Opname &gt; Approval.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Tinjau kuantitas sistem vs kuantitas fisik yang diajukan beserta alasan selisih.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Klik tombol "Approve" jika menyetujui.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EFEK SISTEM: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secara otomatis mengeksekusi penyesuaian stok di latar belakang (Background Adjustment):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Nilai Current Stock diperbarui sesuai angka fisik aktual.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Membuat pencatatan mutasi di Kartu Stok otomatis dengan referensi OPNAME-REF.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Data stok kembali selaras.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PENOLAKAN (REJECT)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2176272"/>
            <a:ext cx="914400" cy="2743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28600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Jika supervisor mendapati kesalahan pengajuan atau membutuhkan verifikasi fisik ulang, klik tombol merah "Reject".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Pop-up SweetAlert2 otomatis meminta alasan penolakan.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Supervisor WAJIB mengetik alasan penolakan (Minimal 5 karakter).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EFEK SISTEM: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Pengajuan opname ditolak (Status berubah menjadi REJECTED).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Kuantitas stok sistem TIDAK BERUBAH.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Staf gudang harus melakukan hitung ulang dan mengajukan dokumen opname baru jika ingin merevisi.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AORI MANUFAKTUR ERP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Kartu Stok: Pelacakan &amp; Riwayat Transaksi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MONITORING KARTU STOK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2176272"/>
            <a:ext cx="91440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28600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Buka menu Transactions &gt; Stock Card.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Halaman menampilkan statistik penting secara live: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Total SKUs: Total jenis barang terdaftar.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Low Stock (&lt;10): Jumlah barang dengan stok kritis.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Cari barang menggunakan kolom pencarian (Cari berdasarkan SKU atau Nama Produk).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Klik tombol "Detail History" untuk masuk ke halaman telusur barang spesifik.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Detail Halaman: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Kuantitas stok per-gudang secara rinci.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Nilai Current, Lock, Shadow, dan Available Stock yang live.</a:t>
            </a:r>
            <a:endParaRPr lang="en-US" sz="105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Tabel audit transaksi kronologis.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MEMBACA TABEL AUDIT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2176272"/>
            <a:ext cx="91440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28600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 riwayat menampilkan seluruh mutasi barang secara kronologis: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Tanggal &amp; Waktu: Waktu pasti pencatatan mutasi di sistem.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Gudang: Lokasi gudang mutasi terkait.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Tipe Transaksi: 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* IN (Kuantitas masuk +)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* OUT (Kuantitas keluar -)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* LOCK_IN / SHADOW_IN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Kuantitas: Jumlah barang masuk/keluar.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No. Referensi: Tautan transaksi asal (PO, WO, SJ, OPNAME).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Keterangan/Catatan: Alasan transaksi diinput.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Saldo Current (Running Balance): Saldo akhir barang setelah kalkulasi mutasi di titik waktu tersebut. (Dihitung dari transaksi terlama ke terbaru).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AORI MANUFAKTUR ERP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Operasional &amp; Troubleshooting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KENDALA KARTU &amp; MUTASI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2176272"/>
            <a:ext cx="914400" cy="2743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28600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KENDALA 1: Tombol "Kirim Barang" atau "Terima Barang" tidak muncul di monitoring mutasi.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Penyebab: Otorisasi transaksi dibatasi berdasarkan hak akses gudang masing-masing user. Anda hanya bisa mengirim dari gudang asal tempat Anda ditugaskan, dan menerima di gudang tujuan tempat Anda ditugaskan.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Solusi: Hubungi Administrator untuk memastikan profil user Anda sudah dikaitkan dengan gudang asal/tujuan tersebut.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KENDALA 2: Ingin membatalkan salah input hasil Stock Opname yang sudah disubmit.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Solusi: Hubungi Supervisor/PPIC untuk melakukan REJECT pada antrean approval opname Anda dengan alasan "Salah input data". Kuantitas stok sistem tidak akan berubah, dan Anda dapat mengajukan opname baru dengan data yang benar.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PENELUSURAN SELISIH &amp; KEAMANAN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2176272"/>
            <a:ext cx="91440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28600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KENDALA 3: Terdapat selisih stok fisik yang besar saat opname, tetapi tidak diketahui penyebabnya.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Solusi: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1. Buka menu Stock Card, pilih item tersebut, lalu masuk ke Detail History.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2. Urutkan mutasi saldo (Running Balance) dari transaksi terlama secara kronologis.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3. Lakukan pencocokan silang (Cross-Match) nomor referensi transaksi digital dengan nota fisik (Surat Jalan/Bukti Kirim).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4. Temukan transaksi yang lupa diinput atau terinput ganda untuk mengetahui akar masalah.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 DATA SISTEM:</a:t>
            </a:r>
            <a:endParaRPr lang="en-US" sz="10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Seluruh mutasi ERP dilindungi pengaman sistem ketat. Jangan membagikan kredensial login Anda kepada staf lain guna menjamin validitas penanggung jawab di setiap transaksi sistem.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 Jaga Akurasi Data Stok ERP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Demi Kelancaran Produksi Aori Manufaktur!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371600" y="4389120"/>
            <a:ext cx="32004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4663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 Tanya Jawab &amp; Simulasi Langsung Sistem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2026-05-19T10:37:56Z</dcterms:created>
  <dcterms:modified xsi:type="dcterms:W3CDTF">2026-05-19T10:37:56Z</dcterms:modified>
</cp:coreProperties>
</file>